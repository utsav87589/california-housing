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7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787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9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00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3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657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658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1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129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56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86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53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32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88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080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31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6990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63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11C6B0-B189-46ED-A7D6-BAA451706A38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AEC9BB-4B5D-4F54-8290-7BA6EE9F4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83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7919B-5CAA-EAE3-CDF1-49D543C1C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California Housing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5DBE3-4A69-7251-728C-707DA5301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California Housing Dataset : Regression Problem, predictions made for the “</a:t>
            </a:r>
            <a:r>
              <a:rPr lang="en-US" dirty="0" err="1"/>
              <a:t>median_house_price</a:t>
            </a:r>
            <a:r>
              <a:rPr lang="en-US" dirty="0"/>
              <a:t>” using the distance and tree based models.</a:t>
            </a:r>
          </a:p>
        </p:txBody>
      </p:sp>
    </p:spTree>
    <p:extLst>
      <p:ext uri="{BB962C8B-B14F-4D97-AF65-F5344CB8AC3E}">
        <p14:creationId xmlns:p14="http://schemas.microsoft.com/office/powerpoint/2010/main" val="80594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E634-E789-B8D9-55CE-086D8C14D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FE&amp;EDA :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CB18A-D239-807F-ECA2-07CC255A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So, for this dataset, there was only one categorical column, and in it, I used the label encoding because of the nature of the feature, apart from that, I applied some calculations for other feature (which can be found in the cleaned file), then afterwards, I applied the scaler to make the copy of the cleaned dataset for the Distance based models, kept the original copy for the tree based models, with minimalistic FE&amp;EDA.</a:t>
            </a:r>
          </a:p>
          <a:p>
            <a:r>
              <a:rPr lang="en-US" dirty="0"/>
              <a:t>In this file, I used the scaled data for the Distance based models and plain cleaned data for the tree based models.</a:t>
            </a:r>
          </a:p>
        </p:txBody>
      </p:sp>
    </p:spTree>
    <p:extLst>
      <p:ext uri="{BB962C8B-B14F-4D97-AF65-F5344CB8AC3E}">
        <p14:creationId xmlns:p14="http://schemas.microsoft.com/office/powerpoint/2010/main" val="2346260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69F4D-71A8-500A-B8F3-761D419E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based models</a:t>
            </a:r>
          </a:p>
        </p:txBody>
      </p:sp>
    </p:spTree>
    <p:extLst>
      <p:ext uri="{BB962C8B-B14F-4D97-AF65-F5344CB8AC3E}">
        <p14:creationId xmlns:p14="http://schemas.microsoft.com/office/powerpoint/2010/main" val="392053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D8FAE8-B17C-403E-2700-0BD6F786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Linear Regression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BFB93-E4B6-B2C0-E9F1-327837CDA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r2 score : 0.5761006935510993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MAE : 53825.90785106171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RMSE : 74894.00756758172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MSE : 5609112369.532989</a:t>
            </a:r>
          </a:p>
        </p:txBody>
      </p:sp>
      <p:pic>
        <p:nvPicPr>
          <p:cNvPr id="6" name="Content Placeholder 5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553BDAA1-8A55-CE34-082E-618CB3A4B3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18668" y="1706117"/>
            <a:ext cx="5469466" cy="3445763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88587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FBB75-905B-A5C4-5E59-1D9694C7C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76" name="Picture 75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46EA93-1236-84DD-6602-C38985ED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SVR</a:t>
            </a:r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31370-759A-9FE1-5A8F-92E89E3CC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r2 score : 0.66533703215511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MAE : 47680.25056685246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RMSE : 66545.63081798195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MSE : 4428320980.963148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A0D22AA-27FD-976C-F823-7107E13459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18668" y="1788159"/>
            <a:ext cx="5469466" cy="3281679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691979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025EEF-4C3F-14AF-6E0C-7EA288AD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9FF6857-DC46-1F02-29E5-539B2C55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KNN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422395-A8FA-5D73-36B3-9110390C8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r2 score : 0.65222913310871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MAE : 45627.97802325582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RMSE : 67836.3256251313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rgbClr val="262626"/>
                </a:solidFill>
              </a:rPr>
              <a:t>MSE : 4601767074.318846</a:t>
            </a:r>
          </a:p>
        </p:txBody>
      </p:sp>
      <p:pic>
        <p:nvPicPr>
          <p:cNvPr id="8" name="Content Placeholder 7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FF52DF3B-9EEA-D08B-AFA2-F584F9FAE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18668" y="1794995"/>
            <a:ext cx="5469466" cy="326800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45399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E97E5-9ED6-A41D-7236-072FE9F1C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262626"/>
                </a:solidFill>
              </a:rPr>
              <a:t>Probability based model : Gausian NB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99B03-5703-7BF6-A631-0886A1B51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141" y="2430471"/>
            <a:ext cx="2835464" cy="3552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r2 score : 0.2588227201936192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MAE : 71448.26492248062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RMSE : 99032.27734380636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MSE : 9807391955.900581</a:t>
            </a: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lue and red graph&#10;&#10;AI-generated content may be incorrect.">
            <a:extLst>
              <a:ext uri="{FF2B5EF4-FFF2-40B4-BE49-F238E27FC236}">
                <a16:creationId xmlns:a16="http://schemas.microsoft.com/office/drawing/2014/main" id="{D4EC3C5C-9E03-FE83-C278-CA5AF5AEF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35910" y="1581687"/>
            <a:ext cx="6098041" cy="364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7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2F85F-92C1-7520-D152-BF784FA1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1F9839C3-F087-D0BF-DD80-819F8B2E1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DA4B674-6070-846D-B5CC-CFF30824D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346C6C-A3C7-7191-0E69-662D168AD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C2F596E-C90B-6D4B-0A0C-C3DE32F5D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CF490A1-D306-38E9-0126-400EA306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FBFD4CB-2D5A-F494-4E9B-9E87DFF7D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EE82BB1C-8C6E-DF51-FFD9-773F474A1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D55DBF-DED0-4119-6931-D9A3E62A5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8BCA6A-ABB4-B6A3-6D88-9784E9E67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96CED-EB07-068B-C07C-F2E0D64E0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262626"/>
                </a:solidFill>
              </a:rPr>
              <a:t>Probability based model : </a:t>
            </a:r>
            <a:r>
              <a:rPr lang="en-US" sz="2800" dirty="0" err="1">
                <a:solidFill>
                  <a:srgbClr val="262626"/>
                </a:solidFill>
              </a:rPr>
              <a:t>Gausian</a:t>
            </a:r>
            <a:r>
              <a:rPr lang="en-US" sz="2800" dirty="0">
                <a:solidFill>
                  <a:srgbClr val="262626"/>
                </a:solidFill>
              </a:rPr>
              <a:t> NB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5B215-2140-AEB0-33B7-5997B0F95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141" y="2430471"/>
            <a:ext cx="2835464" cy="3552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r2 score : 0.2588227201936192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MAE : 71448.26492248062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RMSE : 99032.27734380636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MSE : 9807391955.900581</a:t>
            </a: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BB63268-17FB-AB01-6E8B-8C99396E0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blue and red graph&#10;&#10;AI-generated content may be incorrect.">
            <a:extLst>
              <a:ext uri="{FF2B5EF4-FFF2-40B4-BE49-F238E27FC236}">
                <a16:creationId xmlns:a16="http://schemas.microsoft.com/office/drawing/2014/main" id="{B7A91582-D0D3-41F3-C75B-A8E680C1B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35910" y="1581687"/>
            <a:ext cx="6098041" cy="364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64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4CCF8-A890-A807-566F-BB3322E59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based models</a:t>
            </a:r>
          </a:p>
        </p:txBody>
      </p:sp>
    </p:spTree>
    <p:extLst>
      <p:ext uri="{BB962C8B-B14F-4D97-AF65-F5344CB8AC3E}">
        <p14:creationId xmlns:p14="http://schemas.microsoft.com/office/powerpoint/2010/main" val="3895004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92AC7A-46A4-CDFC-768C-1112DD3AC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FF6A14-C14B-EC77-09BD-A6C056E29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Decision Tree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EF1314-9753-D89F-D08D-59D1DB724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r2 score : 0.6770221172669804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MAE : 40643.49069767442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RMSE : 65373.55596254783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MSE : 4273701819.188372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5149047-A3C7-7C89-4B28-C98E38FAD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18668" y="1794995"/>
            <a:ext cx="5469466" cy="326800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1310049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DA7A4-0011-FF42-3771-AE88E183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725237-E2A0-19D6-1DA2-074D11A73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>
                <a:solidFill>
                  <a:srgbClr val="262626"/>
                </a:solidFill>
              </a:rPr>
              <a:t>Random Forest</a:t>
            </a:r>
            <a:endParaRPr lang="en-US" sz="2800">
              <a:solidFill>
                <a:srgbClr val="262626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A614EC-8695-BD64-4DC6-58663360C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5401" y="2493774"/>
            <a:ext cx="3660057" cy="33820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r2 score : 0.8168065578343209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MAE : 31327.422916666666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RMSE : 49234.6300255197</a:t>
            </a:r>
          </a:p>
          <a:p>
            <a:pPr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MSE : 2424048793.749806</a:t>
            </a:r>
          </a:p>
        </p:txBody>
      </p:sp>
      <p:pic>
        <p:nvPicPr>
          <p:cNvPr id="8" name="Content Placeholder 7" descr="A graph of blue and red lines&#10;&#10;AI-generated content may be incorrect.">
            <a:extLst>
              <a:ext uri="{FF2B5EF4-FFF2-40B4-BE49-F238E27FC236}">
                <a16:creationId xmlns:a16="http://schemas.microsoft.com/office/drawing/2014/main" id="{C19AC653-6963-4969-9914-175D068B0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18668" y="1794995"/>
            <a:ext cx="5469466" cy="326800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523901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C93C16-7752-675A-263E-9B25C425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ED56E41F-B8E0-4D18-B554-FD40260DE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DB31E17-E562-4F82-98D0-858C84120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58BF3B07-5EF6-4E5B-834E-C1398DB60A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DDA1859-D108-4C60-B38B-C85485AB3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E498EA77-084B-43CC-B94D-566F1D8E1E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99B16D3F-47E8-419E-9C4E-ED6FC918F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994B33-5B37-121B-AA3E-CAFF92DE8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825" y="982132"/>
            <a:ext cx="3360772" cy="13038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>
                <a:solidFill>
                  <a:srgbClr val="262626"/>
                </a:solidFill>
              </a:rPr>
              <a:t>Adaboost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3E937B9-07EE-456A-A31C-41A8866E2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blue and red graph&#10;&#10;AI-generated content may be incorrect.">
            <a:extLst>
              <a:ext uri="{FF2B5EF4-FFF2-40B4-BE49-F238E27FC236}">
                <a16:creationId xmlns:a16="http://schemas.microsoft.com/office/drawing/2014/main" id="{E66A4630-100D-D622-F01C-0C1193C173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412683" y="1762563"/>
            <a:ext cx="5278777" cy="3154069"/>
          </a:xfrm>
          <a:prstGeom prst="rect">
            <a:avLst/>
          </a:prstGeom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D2308B7-2829-44DD-B213-27EEBDED1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5231EC-1BA9-E55D-B689-B58C20A05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5824" y="2556932"/>
            <a:ext cx="3360771" cy="3318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r2 score : 0.4996903246017502</a:t>
            </a:r>
          </a:p>
          <a:p>
            <a:pPr algn="l"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MAE : 69085.60759962526</a:t>
            </a:r>
          </a:p>
          <a:p>
            <a:pPr algn="l"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RMSE : 81364.53899274356</a:t>
            </a:r>
          </a:p>
          <a:p>
            <a:pPr algn="l">
              <a:buFont typeface="Arial"/>
              <a:buChar char="•"/>
            </a:pPr>
            <a:r>
              <a:rPr lang="en-US">
                <a:solidFill>
                  <a:srgbClr val="262626"/>
                </a:solidFill>
              </a:rPr>
              <a:t>MSE : 6620188205.501687</a:t>
            </a:r>
          </a:p>
        </p:txBody>
      </p:sp>
    </p:spTree>
    <p:extLst>
      <p:ext uri="{BB962C8B-B14F-4D97-AF65-F5344CB8AC3E}">
        <p14:creationId xmlns:p14="http://schemas.microsoft.com/office/powerpoint/2010/main" val="327500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21718-C993-427C-AC70-7E79E3D2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04" name="Picture 103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6" name="Picture 105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07" name="Picture 106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4A7E8-EDA9-68E3-0EF0-87460F71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Gradientboost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B9233-78C6-E736-3ED5-A35DF3ECF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141" y="2430471"/>
            <a:ext cx="2835464" cy="3552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r2 score : 0.7710954073496845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MAE : 37856.67991853368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RMSE : 55035.506838100395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MSE : 3028907012.926595</a:t>
            </a:r>
          </a:p>
        </p:txBody>
      </p:sp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Content Placeholder 11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20D548AC-BCE0-CF0E-96D1-24CECAFB4D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35910" y="1581687"/>
            <a:ext cx="6098041" cy="364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47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DDFAC-690D-80E5-D18D-F19438E9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3F6D81C7-B083-478E-82FE-089A8CB72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398EDA2-4889-433D-AC01-5214D79764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0099D46A-AF52-46FD-938B-D31189460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C933E919-C473-4F0E-9DBC-CC65FC9E9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BBF3BDD-5C99-4FDC-BBCB-E711359D9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06B54F2-CD11-4359-A7D6-DA7C76C0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333F0879-3DA0-4CB8-B35E-A0AD425581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24D2183-F388-476E-92A9-D6639D698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43462E7-1698-4B21-BE89-AEFAC7C2F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72472B-9457-08CE-B614-4F73A75B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9140" y="972766"/>
            <a:ext cx="2835464" cy="12548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DL : ANN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8EE150-011D-7B99-A928-CF524C769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9141" y="2430471"/>
            <a:ext cx="2835464" cy="355203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r2 score : 0.3888625390443404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MAE : 63791.55605922965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RMSE : 89925.97805568544</a:t>
            </a:r>
          </a:p>
          <a:p>
            <a:pPr algn="l">
              <a:buFont typeface="Arial"/>
              <a:buChar char="•"/>
            </a:pPr>
            <a:r>
              <a:rPr lang="en-US" sz="1800">
                <a:solidFill>
                  <a:srgbClr val="262626"/>
                </a:solidFill>
              </a:rPr>
              <a:t>MSE : 8086681529.271618</a:t>
            </a:r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6C22FCAC-D7EC-4A52-B153-FF761E223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C5B5FB23-1958-CBE9-3D08-AA08A312E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35910" y="1459726"/>
            <a:ext cx="6098041" cy="38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43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DD4BD-B027-F554-61B4-DB65ECAD1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watching.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1C65B-769B-1CA5-6602-E4043DAF1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Made by : Utsav,</a:t>
            </a:r>
          </a:p>
          <a:p>
            <a:r>
              <a:rPr lang="en-US" dirty="0" err="1"/>
              <a:t>Github</a:t>
            </a:r>
            <a:r>
              <a:rPr lang="en-US" dirty="0"/>
              <a:t> : utsav87589</a:t>
            </a:r>
          </a:p>
        </p:txBody>
      </p:sp>
    </p:spTree>
    <p:extLst>
      <p:ext uri="{BB962C8B-B14F-4D97-AF65-F5344CB8AC3E}">
        <p14:creationId xmlns:p14="http://schemas.microsoft.com/office/powerpoint/2010/main" val="3638569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21</TotalTime>
  <Words>318</Words>
  <Application>Microsoft Office PowerPoint</Application>
  <PresentationFormat>Widescreen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California Housing</vt:lpstr>
      <vt:lpstr>FE&amp;EDA : Approach</vt:lpstr>
      <vt:lpstr>Distance based models</vt:lpstr>
      <vt:lpstr>Linear Regression</vt:lpstr>
      <vt:lpstr>SVR</vt:lpstr>
      <vt:lpstr>KNN</vt:lpstr>
      <vt:lpstr>Probability based model : Gausian NB</vt:lpstr>
      <vt:lpstr>Probability based model : Gausian NB</vt:lpstr>
      <vt:lpstr>Tree based models</vt:lpstr>
      <vt:lpstr>Decision Tree</vt:lpstr>
      <vt:lpstr>Random Forest</vt:lpstr>
      <vt:lpstr>Adaboost</vt:lpstr>
      <vt:lpstr>Gradientboost</vt:lpstr>
      <vt:lpstr>DL : ANN</vt:lpstr>
      <vt:lpstr>Thanks for watching.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Kundu</dc:creator>
  <cp:lastModifiedBy>Utsav Kundu</cp:lastModifiedBy>
  <cp:revision>34</cp:revision>
  <dcterms:created xsi:type="dcterms:W3CDTF">2025-11-02T16:32:34Z</dcterms:created>
  <dcterms:modified xsi:type="dcterms:W3CDTF">2025-11-02T16:54:26Z</dcterms:modified>
</cp:coreProperties>
</file>