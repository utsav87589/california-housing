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12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79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3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009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480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68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124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0916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04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720658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90530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65314190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257524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86298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12929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467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266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45AC6-C491-4585-A584-9CE2AF7D5500}" type="datetime1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4033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  <p:sldLayoutId id="2147483768" r:id="rId12"/>
    <p:sldLayoutId id="2147483769" r:id="rId13"/>
    <p:sldLayoutId id="2147483770" r:id="rId14"/>
    <p:sldLayoutId id="2147483771" r:id="rId15"/>
    <p:sldLayoutId id="2147483772" r:id="rId16"/>
    <p:sldLayoutId id="2147483773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556BD-4F85-A71B-EA6E-25C8F46EE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3794" y="4819137"/>
            <a:ext cx="10353761" cy="940354"/>
          </a:xfrm>
        </p:spPr>
        <p:txBody>
          <a:bodyPr>
            <a:normAutofit/>
          </a:bodyPr>
          <a:lstStyle/>
          <a:p>
            <a:r>
              <a:rPr lang="en-US" sz="3600"/>
              <a:t>Unsupervised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47DFE1-FF7C-11D0-BCB4-E17D5E20CB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3794" y="5759492"/>
            <a:ext cx="10353761" cy="501268"/>
          </a:xfrm>
        </p:spPr>
        <p:txBody>
          <a:bodyPr>
            <a:normAutofit/>
          </a:bodyPr>
          <a:lstStyle/>
          <a:p>
            <a:r>
              <a:rPr lang="en-US" sz="1800" dirty="0"/>
              <a:t>California Housing Dataset</a:t>
            </a:r>
          </a:p>
        </p:txBody>
      </p:sp>
      <p:pic>
        <p:nvPicPr>
          <p:cNvPr id="7" name="Graphic 6" descr="Head with Gears">
            <a:extLst>
              <a:ext uri="{FF2B5EF4-FFF2-40B4-BE49-F238E27FC236}">
                <a16:creationId xmlns:a16="http://schemas.microsoft.com/office/drawing/2014/main" id="{00221EA2-1ACC-D838-F6C2-11FC0C89D5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7558" y="643466"/>
            <a:ext cx="3928534" cy="392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656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42000"/>
                <a:hueMod val="42000"/>
                <a:satMod val="124000"/>
                <a:lumMod val="62000"/>
              </a:schemeClr>
              <a:schemeClr val="bg2">
                <a:tint val="96000"/>
                <a:satMod val="13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7EBD1-7168-6AAF-24AE-C22301DE6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200"/>
              <a:t>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EF0788-471E-8DAD-EFAD-D1140226C4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975861" y="804671"/>
            <a:ext cx="6399930" cy="524865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Font typeface="Wingdings 3" charset="2"/>
              <a:buChar char=""/>
            </a:pPr>
            <a:r>
              <a:rPr lang="en-US" dirty="0"/>
              <a:t>In this version of report, I used the unsupervised ML algorithms like </a:t>
            </a:r>
            <a:r>
              <a:rPr lang="en-US" dirty="0" err="1"/>
              <a:t>Kmeans</a:t>
            </a:r>
            <a:r>
              <a:rPr lang="en-US" dirty="0"/>
              <a:t>, DB scan and Hierarchal mean clustering, later on I used Isolation forest, LOF and </a:t>
            </a:r>
            <a:r>
              <a:rPr lang="en-US" dirty="0" err="1"/>
              <a:t>Dbscan</a:t>
            </a:r>
            <a:r>
              <a:rPr lang="en-US" dirty="0"/>
              <a:t> for the local and global outliers detection</a:t>
            </a:r>
          </a:p>
        </p:txBody>
      </p:sp>
    </p:spTree>
    <p:extLst>
      <p:ext uri="{BB962C8B-B14F-4D97-AF65-F5344CB8AC3E}">
        <p14:creationId xmlns:p14="http://schemas.microsoft.com/office/powerpoint/2010/main" val="10915066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E71D7-27EA-4276-AF2E-62B69C227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Kmeans</a:t>
            </a:r>
            <a:r>
              <a:rPr lang="en-US" dirty="0"/>
              <a:t>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D69A4-360A-641B-CF3C-A5780744C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WCSS score then K=5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C0F5C-FAC1-EC3B-3517-460B62F3E2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0.43880269602757505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8EC8427-5BD5-3ED6-84BE-F550E5D953A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24443" y="2911475"/>
            <a:ext cx="4440508" cy="3528654"/>
          </a:xfrm>
          <a:prstGeom prst="rect">
            <a:avLst/>
          </a:prstGeom>
        </p:spPr>
      </p:pic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75B275BA-1EBD-51B4-F30F-50E89C9798C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0999" y="2911475"/>
            <a:ext cx="4517225" cy="3528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42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F95D5-99C9-E662-A146-1CB82C6EE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63E20-B015-CD6F-B6E6-5447507E1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DB scan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016CED-B3A9-4FD6-9297-0C135BC176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eps = 0.2, based on graph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9ABE0B-0BB8-D364-45CB-ABA056B69E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-0.0725706739092499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E1E7BAF5-CAFE-41F3-D728-DC7215B883C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41804" y="2911475"/>
            <a:ext cx="4648194" cy="3336925"/>
          </a:xfrm>
          <a:prstGeom prst="rect">
            <a:avLst/>
          </a:prstGeom>
        </p:spPr>
      </p:pic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0C48A71B-F3FA-D808-FBF2-E6B5356E00DF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402004" y="2911475"/>
            <a:ext cx="4648192" cy="3336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1292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24E2-2328-33E0-9A8B-5324D0AD9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BA686-7200-C0B9-5BA3-193D61C1B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HM clustering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27879-7C3B-7BF1-6622-99D98F919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Dendogram</a:t>
            </a:r>
            <a:r>
              <a:rPr lang="en-US" dirty="0"/>
              <a:t> then n = 4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F35B92-5B18-790F-DA69-74492BB1A2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sz="1600" dirty="0" err="1"/>
              <a:t>silhouette_score</a:t>
            </a:r>
            <a:r>
              <a:rPr lang="en-US" sz="1600" dirty="0"/>
              <a:t> : 0.3184251143059567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19FBCD5-35F3-B82F-3887-5F1A9A29691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14400" y="3065390"/>
            <a:ext cx="5106988" cy="3183010"/>
          </a:xfrm>
          <a:prstGeom prst="rect">
            <a:avLst/>
          </a:prstGeom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6BA44B38-628A-A473-1FB5-071F2520B2A0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827050" y="3065389"/>
            <a:ext cx="4440506" cy="318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67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CD8A0-34F2-8A39-2F8C-1E7F9CF18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Isolation Forest : Global Outliers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65DB91-2DC1-5199-8A6E-91DE89FC9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3313" y="1425677"/>
            <a:ext cx="4396338" cy="1055585"/>
          </a:xfrm>
        </p:spPr>
        <p:txBody>
          <a:bodyPr/>
          <a:lstStyle/>
          <a:p>
            <a:r>
              <a:rPr lang="en-US" sz="1200" dirty="0"/>
              <a:t>In Isolation forest, I first made the graph shown below using the contamination as auto, then based on this graph later I came up with contamination = 0.03, and then made the outliers.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0DF72D-E8DE-ABF3-0444-826489D99D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4495" y="1425677"/>
            <a:ext cx="4396339" cy="1055585"/>
          </a:xfrm>
        </p:spPr>
        <p:txBody>
          <a:bodyPr/>
          <a:lstStyle/>
          <a:p>
            <a:r>
              <a:rPr lang="en-US" dirty="0"/>
              <a:t>Graph : outliers(global)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2820BCC-7501-0BF3-C8A3-3E92631A4FA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1103313" y="2751241"/>
            <a:ext cx="4551182" cy="3325094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E9B377BB-A713-B944-6FB5-44D73880FB23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096000" y="2751241"/>
            <a:ext cx="4874264" cy="332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2299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9E1D0-DFBF-96FB-9101-0B4DF2D16D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1498" cy="12678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400"/>
              <a:t>LOF : Local Outliers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632F6E-A13B-C862-2460-59686C858C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7" y="2096063"/>
            <a:ext cx="3361498" cy="402851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1400"/>
              <a:t>For local outliers, I used LOF from sklearn.neighbors libaray, I set the value of n_neighbors = 5, algorithm = ‘auto’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40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1007713-5891-46A9-BACA-FAD760FE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8793" y="733425"/>
            <a:ext cx="6696075" cy="5391150"/>
          </a:xfrm>
          <a:prstGeom prst="rect">
            <a:avLst/>
          </a:prstGeom>
          <a:solidFill>
            <a:schemeClr val="bg2">
              <a:lumMod val="75000"/>
            </a:schemeClr>
          </a:solidFill>
          <a:ln w="190500" cap="sq">
            <a:solidFill>
              <a:schemeClr val="bg2">
                <a:lumMod val="75000"/>
              </a:schemeClr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4BB6AA7-7EAD-4D3B-9335-B6E8BD7E6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23972" y="799817"/>
            <a:ext cx="6565717" cy="5258367"/>
          </a:xfrm>
          <a:prstGeom prst="rect">
            <a:avLst/>
          </a:prstGeom>
          <a:noFill/>
          <a:ln w="127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 descr="A comparison of blue and red dots&#10;&#10;AI-generated content may be incorrect.">
            <a:extLst>
              <a:ext uri="{FF2B5EF4-FFF2-40B4-BE49-F238E27FC236}">
                <a16:creationId xmlns:a16="http://schemas.microsoft.com/office/drawing/2014/main" id="{A69AF244-9461-7865-C1EC-81C350E600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170931" y="1557699"/>
            <a:ext cx="5895257" cy="3772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60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A54DE-6BF0-7591-B533-DF0AABDB3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 for watching.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1F365-2D4D-B4C7-B324-D5F57123D7F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Made by  : Utsav,</a:t>
            </a:r>
          </a:p>
          <a:p>
            <a:r>
              <a:rPr lang="en-US" dirty="0" err="1"/>
              <a:t>Github</a:t>
            </a:r>
            <a:r>
              <a:rPr lang="en-US" dirty="0"/>
              <a:t> : utsav87589.</a:t>
            </a:r>
          </a:p>
        </p:txBody>
      </p:sp>
    </p:spTree>
    <p:extLst>
      <p:ext uri="{BB962C8B-B14F-4D97-AF65-F5344CB8AC3E}">
        <p14:creationId xmlns:p14="http://schemas.microsoft.com/office/powerpoint/2010/main" val="140578316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29</TotalTime>
  <Words>181</Words>
  <Application>Microsoft Office PowerPoint</Application>
  <PresentationFormat>Widescreen</PresentationFormat>
  <Paragraphs>21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Bookman Old Style</vt:lpstr>
      <vt:lpstr>Rockwell</vt:lpstr>
      <vt:lpstr>Wingdings 3</vt:lpstr>
      <vt:lpstr>Damask</vt:lpstr>
      <vt:lpstr>Unsupervised ML</vt:lpstr>
      <vt:lpstr>Overview</vt:lpstr>
      <vt:lpstr>Kmeans Clustering</vt:lpstr>
      <vt:lpstr>DB scan clustering</vt:lpstr>
      <vt:lpstr>HM clustering</vt:lpstr>
      <vt:lpstr>Isolation Forest : Global Outliers</vt:lpstr>
      <vt:lpstr>LOF : Local Outliers</vt:lpstr>
      <vt:lpstr>Thanks for watching.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Utsav Kundu</dc:creator>
  <cp:lastModifiedBy>Utsav Kundu</cp:lastModifiedBy>
  <cp:revision>34</cp:revision>
  <dcterms:created xsi:type="dcterms:W3CDTF">2025-10-25T17:57:44Z</dcterms:created>
  <dcterms:modified xsi:type="dcterms:W3CDTF">2025-11-02T17:19:08Z</dcterms:modified>
</cp:coreProperties>
</file>